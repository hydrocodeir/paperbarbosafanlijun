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800225" cy="2160588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80" userDrawn="1">
          <p15:clr>
            <a:srgbClr val="A4A3A4"/>
          </p15:clr>
        </p15:guide>
        <p15:guide id="2" pos="5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59" autoAdjust="0"/>
    <p:restoredTop sz="94660"/>
  </p:normalViewPr>
  <p:slideViewPr>
    <p:cSldViewPr snapToGrid="0" showGuides="1">
      <p:cViewPr varScale="1">
        <p:scale>
          <a:sx n="225" d="100"/>
          <a:sy n="225" d="100"/>
        </p:scale>
        <p:origin x="2808" y="130"/>
      </p:cViewPr>
      <p:guideLst>
        <p:guide orient="horz" pos="680"/>
        <p:guide pos="56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2D6C9-14C3-CD8E-8F52-F90CCBD56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5029" y="353596"/>
            <a:ext cx="1350169" cy="752205"/>
          </a:xfrm>
        </p:spPr>
        <p:txBody>
          <a:bodyPr anchor="b"/>
          <a:lstStyle>
            <a:lvl1pPr algn="ctr">
              <a:defRPr sz="27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7EB896-3015-DE0D-12BA-7BF9A1C1CB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5029" y="1134809"/>
            <a:ext cx="1350169" cy="521642"/>
          </a:xfrm>
        </p:spPr>
        <p:txBody>
          <a:bodyPr/>
          <a:lstStyle>
            <a:lvl1pPr marL="0" indent="0" algn="ctr">
              <a:buNone/>
              <a:defRPr sz="112"/>
            </a:lvl1pPr>
            <a:lvl2pPr marL="21271" indent="0" algn="ctr">
              <a:buNone/>
              <a:defRPr sz="100"/>
            </a:lvl2pPr>
            <a:lvl3pPr marL="42543" indent="0" algn="ctr">
              <a:buNone/>
              <a:defRPr sz="100"/>
            </a:lvl3pPr>
            <a:lvl4pPr marL="63814" indent="0" algn="ctr">
              <a:buNone/>
              <a:defRPr sz="100"/>
            </a:lvl4pPr>
            <a:lvl5pPr marL="85086" indent="0" algn="ctr">
              <a:buNone/>
              <a:defRPr sz="100"/>
            </a:lvl5pPr>
            <a:lvl6pPr marL="106357" indent="0" algn="ctr">
              <a:buNone/>
              <a:defRPr sz="100"/>
            </a:lvl6pPr>
            <a:lvl7pPr marL="127629" indent="0" algn="ctr">
              <a:buNone/>
              <a:defRPr sz="100"/>
            </a:lvl7pPr>
            <a:lvl8pPr marL="148900" indent="0" algn="ctr">
              <a:buNone/>
              <a:defRPr sz="100"/>
            </a:lvl8pPr>
            <a:lvl9pPr marL="170172" indent="0" algn="ctr">
              <a:buNone/>
              <a:defRPr sz="1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0CCF8E-EE55-F173-4935-A3184EE82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CA8C6-33C2-4E74-BE51-E58FEBF9D57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5CB12-752F-A826-133D-10467B140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7F929-5358-9EED-61FA-F2983BB0D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5C6CC-8C8D-44E7-98F6-05A33F5685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578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3670F-0820-FD84-CC81-D5771189F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D3420-ED34-A99D-2970-8DAF97CDC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99CCF-E9EF-E56A-ABC0-B0D12F1E0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CA8C6-33C2-4E74-BE51-E58FEBF9D57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18D507-1611-93F9-0B81-0B34A6624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14A42-838B-B919-330C-2A71C4514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5C6CC-8C8D-44E7-98F6-05A33F5685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601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C5DEE-0E6E-2236-E11D-38C03341A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828" y="538647"/>
            <a:ext cx="1552694" cy="898744"/>
          </a:xfrm>
        </p:spPr>
        <p:txBody>
          <a:bodyPr anchor="b"/>
          <a:lstStyle>
            <a:lvl1pPr>
              <a:defRPr sz="27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FCFBC5-A5F8-25A0-72A8-15FCCBDC6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2828" y="1445894"/>
            <a:ext cx="1552694" cy="472628"/>
          </a:xfrm>
        </p:spPr>
        <p:txBody>
          <a:bodyPr/>
          <a:lstStyle>
            <a:lvl1pPr marL="0" indent="0">
              <a:buNone/>
              <a:defRPr sz="112">
                <a:solidFill>
                  <a:schemeClr val="tx1">
                    <a:tint val="82000"/>
                  </a:schemeClr>
                </a:solidFill>
              </a:defRPr>
            </a:lvl1pPr>
            <a:lvl2pPr marL="21271" indent="0">
              <a:buNone/>
              <a:defRPr sz="100">
                <a:solidFill>
                  <a:schemeClr val="tx1">
                    <a:tint val="82000"/>
                  </a:schemeClr>
                </a:solidFill>
              </a:defRPr>
            </a:lvl2pPr>
            <a:lvl3pPr marL="42543" indent="0">
              <a:buNone/>
              <a:defRPr sz="100">
                <a:solidFill>
                  <a:schemeClr val="tx1">
                    <a:tint val="82000"/>
                  </a:schemeClr>
                </a:solidFill>
              </a:defRPr>
            </a:lvl3pPr>
            <a:lvl4pPr marL="63814" indent="0">
              <a:buNone/>
              <a:defRPr sz="100">
                <a:solidFill>
                  <a:schemeClr val="tx1">
                    <a:tint val="82000"/>
                  </a:schemeClr>
                </a:solidFill>
              </a:defRPr>
            </a:lvl4pPr>
            <a:lvl5pPr marL="85086" indent="0">
              <a:buNone/>
              <a:defRPr sz="100">
                <a:solidFill>
                  <a:schemeClr val="tx1">
                    <a:tint val="82000"/>
                  </a:schemeClr>
                </a:solidFill>
              </a:defRPr>
            </a:lvl5pPr>
            <a:lvl6pPr marL="106357" indent="0">
              <a:buNone/>
              <a:defRPr sz="100">
                <a:solidFill>
                  <a:schemeClr val="tx1">
                    <a:tint val="82000"/>
                  </a:schemeClr>
                </a:solidFill>
              </a:defRPr>
            </a:lvl6pPr>
            <a:lvl7pPr marL="127629" indent="0">
              <a:buNone/>
              <a:defRPr sz="100">
                <a:solidFill>
                  <a:schemeClr val="tx1">
                    <a:tint val="82000"/>
                  </a:schemeClr>
                </a:solidFill>
              </a:defRPr>
            </a:lvl7pPr>
            <a:lvl8pPr marL="148900" indent="0">
              <a:buNone/>
              <a:defRPr sz="100">
                <a:solidFill>
                  <a:schemeClr val="tx1">
                    <a:tint val="82000"/>
                  </a:schemeClr>
                </a:solidFill>
              </a:defRPr>
            </a:lvl8pPr>
            <a:lvl9pPr marL="170172" indent="0">
              <a:buNone/>
              <a:defRPr sz="1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59628-539A-E9F2-540E-C10B81F09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CA8C6-33C2-4E74-BE51-E58FEBF9D57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C59B2-C8C5-F509-9AB3-6A949A58D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E50B2-C99B-8EF6-495E-0A88472D1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5C6CC-8C8D-44E7-98F6-05A33F5685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380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51D23-A0DD-3027-AA02-740166CA7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D1AF-32ED-3CC3-AEC5-D2F7051F28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3765" y="575157"/>
            <a:ext cx="765096" cy="1370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6A60FD-9274-1D86-B630-00FD77185F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1364" y="575157"/>
            <a:ext cx="765096" cy="1370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565CEB-83C6-4070-8CB7-FFCD0DE1B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CA8C6-33C2-4E74-BE51-E58FEBF9D57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0D4FE6-7CB4-B2D9-B64A-ECA5AEFE1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110AB7-5140-CDA0-BA91-F5664C305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5C6CC-8C8D-44E7-98F6-05A33F5685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162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7F863-EAAC-A164-74A8-FFCD6D902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000" y="115032"/>
            <a:ext cx="1552694" cy="41761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9E0B4C-8EF0-29EF-F8C8-53DE5FD76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001" y="529645"/>
            <a:ext cx="761579" cy="259570"/>
          </a:xfrm>
        </p:spPr>
        <p:txBody>
          <a:bodyPr anchor="b"/>
          <a:lstStyle>
            <a:lvl1pPr marL="0" indent="0">
              <a:buNone/>
              <a:defRPr sz="112" b="1"/>
            </a:lvl1pPr>
            <a:lvl2pPr marL="21271" indent="0">
              <a:buNone/>
              <a:defRPr sz="100" b="1"/>
            </a:lvl2pPr>
            <a:lvl3pPr marL="42543" indent="0">
              <a:buNone/>
              <a:defRPr sz="100" b="1"/>
            </a:lvl3pPr>
            <a:lvl4pPr marL="63814" indent="0">
              <a:buNone/>
              <a:defRPr sz="100" b="1"/>
            </a:lvl4pPr>
            <a:lvl5pPr marL="85086" indent="0">
              <a:buNone/>
              <a:defRPr sz="100" b="1"/>
            </a:lvl5pPr>
            <a:lvl6pPr marL="106357" indent="0">
              <a:buNone/>
              <a:defRPr sz="100" b="1"/>
            </a:lvl6pPr>
            <a:lvl7pPr marL="127629" indent="0">
              <a:buNone/>
              <a:defRPr sz="100" b="1"/>
            </a:lvl7pPr>
            <a:lvl8pPr marL="148900" indent="0">
              <a:buNone/>
              <a:defRPr sz="100" b="1"/>
            </a:lvl8pPr>
            <a:lvl9pPr marL="170172" indent="0">
              <a:buNone/>
              <a:defRPr sz="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90EB99-CF60-1019-F908-EBF8A3D985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001" y="789215"/>
            <a:ext cx="761579" cy="1160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B0EF66-0761-3C47-373D-78C960585B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1364" y="529645"/>
            <a:ext cx="765330" cy="259570"/>
          </a:xfrm>
        </p:spPr>
        <p:txBody>
          <a:bodyPr anchor="b"/>
          <a:lstStyle>
            <a:lvl1pPr marL="0" indent="0">
              <a:buNone/>
              <a:defRPr sz="112" b="1"/>
            </a:lvl1pPr>
            <a:lvl2pPr marL="21271" indent="0">
              <a:buNone/>
              <a:defRPr sz="100" b="1"/>
            </a:lvl2pPr>
            <a:lvl3pPr marL="42543" indent="0">
              <a:buNone/>
              <a:defRPr sz="100" b="1"/>
            </a:lvl3pPr>
            <a:lvl4pPr marL="63814" indent="0">
              <a:buNone/>
              <a:defRPr sz="100" b="1"/>
            </a:lvl4pPr>
            <a:lvl5pPr marL="85086" indent="0">
              <a:buNone/>
              <a:defRPr sz="100" b="1"/>
            </a:lvl5pPr>
            <a:lvl6pPr marL="106357" indent="0">
              <a:buNone/>
              <a:defRPr sz="100" b="1"/>
            </a:lvl6pPr>
            <a:lvl7pPr marL="127629" indent="0">
              <a:buNone/>
              <a:defRPr sz="100" b="1"/>
            </a:lvl7pPr>
            <a:lvl8pPr marL="148900" indent="0">
              <a:buNone/>
              <a:defRPr sz="100" b="1"/>
            </a:lvl8pPr>
            <a:lvl9pPr marL="170172" indent="0">
              <a:buNone/>
              <a:defRPr sz="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96A264-4B19-B6F2-1C0E-B6679CC2B9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11364" y="789215"/>
            <a:ext cx="765330" cy="1160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0CE81B-434F-50AD-B71F-536F057C9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CA8C6-33C2-4E74-BE51-E58FEBF9D57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8BFFFB-3E9D-631A-6505-300892A92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9F94AC-E1D0-4DDD-1FF6-786E522D5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5C6CC-8C8D-44E7-98F6-05A33F5685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871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138C6-38CB-20DF-98BF-24B0D88BA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CA1D2C-CC56-9B5D-A47B-7BEB5222F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CA8C6-33C2-4E74-BE51-E58FEBF9D57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990D49-8C9F-2171-6050-931F84A09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944EB9-ADCF-212B-335C-080D8F54E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5C6CC-8C8D-44E7-98F6-05A33F5685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693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0CD44D-B6FE-6394-693E-8874272B1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CA8C6-33C2-4E74-BE51-E58FEBF9D57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2BC3D4-A0AA-F24E-B596-9F4B1A5A3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B38D6-FA6D-0ACF-80A8-32C03C3A9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5C6CC-8C8D-44E7-98F6-05A33F5685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917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15DC6-2B54-CBD9-A374-BCE6759E4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001" y="144039"/>
            <a:ext cx="580619" cy="504137"/>
          </a:xfrm>
        </p:spPr>
        <p:txBody>
          <a:bodyPr anchor="b"/>
          <a:lstStyle>
            <a:lvl1pPr>
              <a:defRPr sz="14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D9673-0330-4675-7BC0-8280C908C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330" y="311085"/>
            <a:ext cx="911364" cy="1535418"/>
          </a:xfrm>
        </p:spPr>
        <p:txBody>
          <a:bodyPr/>
          <a:lstStyle>
            <a:lvl1pPr>
              <a:defRPr sz="149"/>
            </a:lvl1pPr>
            <a:lvl2pPr>
              <a:defRPr sz="130"/>
            </a:lvl2pPr>
            <a:lvl3pPr>
              <a:defRPr sz="112"/>
            </a:lvl3pPr>
            <a:lvl4pPr>
              <a:defRPr sz="100"/>
            </a:lvl4pPr>
            <a:lvl5pPr>
              <a:defRPr sz="100"/>
            </a:lvl5pPr>
            <a:lvl6pPr>
              <a:defRPr sz="100"/>
            </a:lvl6pPr>
            <a:lvl7pPr>
              <a:defRPr sz="100"/>
            </a:lvl7pPr>
            <a:lvl8pPr>
              <a:defRPr sz="100"/>
            </a:lvl8pPr>
            <a:lvl9pPr>
              <a:defRPr sz="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5BB798-7955-DD7C-8F73-0A49D3540F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4001" y="648176"/>
            <a:ext cx="580619" cy="1200827"/>
          </a:xfrm>
        </p:spPr>
        <p:txBody>
          <a:bodyPr/>
          <a:lstStyle>
            <a:lvl1pPr marL="0" indent="0">
              <a:buNone/>
              <a:defRPr sz="100"/>
            </a:lvl1pPr>
            <a:lvl2pPr marL="21271" indent="0">
              <a:buNone/>
              <a:defRPr sz="100"/>
            </a:lvl2pPr>
            <a:lvl3pPr marL="42543" indent="0">
              <a:buNone/>
              <a:defRPr sz="100"/>
            </a:lvl3pPr>
            <a:lvl4pPr marL="63814" indent="0">
              <a:buNone/>
              <a:defRPr sz="100"/>
            </a:lvl4pPr>
            <a:lvl5pPr marL="85086" indent="0">
              <a:buNone/>
              <a:defRPr sz="100"/>
            </a:lvl5pPr>
            <a:lvl6pPr marL="106357" indent="0">
              <a:buNone/>
              <a:defRPr sz="100"/>
            </a:lvl6pPr>
            <a:lvl7pPr marL="127629" indent="0">
              <a:buNone/>
              <a:defRPr sz="100"/>
            </a:lvl7pPr>
            <a:lvl8pPr marL="148900" indent="0">
              <a:buNone/>
              <a:defRPr sz="100"/>
            </a:lvl8pPr>
            <a:lvl9pPr marL="170172" indent="0">
              <a:buNone/>
              <a:defRPr sz="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AA9592-FBF1-F251-665A-6D901B129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CA8C6-33C2-4E74-BE51-E58FEBF9D57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B4E421-540E-80D4-10D3-E6519D48C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9A64BC-D287-3F8C-F935-906FDE07C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5C6CC-8C8D-44E7-98F6-05A33F5685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773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ED1B6-B12D-8D5E-56B1-78EB9C7C5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001" y="144039"/>
            <a:ext cx="580619" cy="504137"/>
          </a:xfrm>
        </p:spPr>
        <p:txBody>
          <a:bodyPr anchor="b"/>
          <a:lstStyle>
            <a:lvl1pPr>
              <a:defRPr sz="14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4A28F9-2A89-A135-1DA1-7B40934510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65330" y="311085"/>
            <a:ext cx="911364" cy="1535418"/>
          </a:xfrm>
        </p:spPr>
        <p:txBody>
          <a:bodyPr/>
          <a:lstStyle>
            <a:lvl1pPr marL="0" indent="0">
              <a:buNone/>
              <a:defRPr sz="149"/>
            </a:lvl1pPr>
            <a:lvl2pPr marL="21271" indent="0">
              <a:buNone/>
              <a:defRPr sz="130"/>
            </a:lvl2pPr>
            <a:lvl3pPr marL="42543" indent="0">
              <a:buNone/>
              <a:defRPr sz="112"/>
            </a:lvl3pPr>
            <a:lvl4pPr marL="63814" indent="0">
              <a:buNone/>
              <a:defRPr sz="100"/>
            </a:lvl4pPr>
            <a:lvl5pPr marL="85086" indent="0">
              <a:buNone/>
              <a:defRPr sz="100"/>
            </a:lvl5pPr>
            <a:lvl6pPr marL="106357" indent="0">
              <a:buNone/>
              <a:defRPr sz="100"/>
            </a:lvl6pPr>
            <a:lvl7pPr marL="127629" indent="0">
              <a:buNone/>
              <a:defRPr sz="100"/>
            </a:lvl7pPr>
            <a:lvl8pPr marL="148900" indent="0">
              <a:buNone/>
              <a:defRPr sz="100"/>
            </a:lvl8pPr>
            <a:lvl9pPr marL="170172" indent="0">
              <a:buNone/>
              <a:defRPr sz="1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CD04A5-1647-EAE5-8510-634AE0D69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4001" y="648176"/>
            <a:ext cx="580619" cy="1200827"/>
          </a:xfrm>
        </p:spPr>
        <p:txBody>
          <a:bodyPr/>
          <a:lstStyle>
            <a:lvl1pPr marL="0" indent="0">
              <a:buNone/>
              <a:defRPr sz="100"/>
            </a:lvl1pPr>
            <a:lvl2pPr marL="21271" indent="0">
              <a:buNone/>
              <a:defRPr sz="100"/>
            </a:lvl2pPr>
            <a:lvl3pPr marL="42543" indent="0">
              <a:buNone/>
              <a:defRPr sz="100"/>
            </a:lvl3pPr>
            <a:lvl4pPr marL="63814" indent="0">
              <a:buNone/>
              <a:defRPr sz="100"/>
            </a:lvl4pPr>
            <a:lvl5pPr marL="85086" indent="0">
              <a:buNone/>
              <a:defRPr sz="100"/>
            </a:lvl5pPr>
            <a:lvl6pPr marL="106357" indent="0">
              <a:buNone/>
              <a:defRPr sz="100"/>
            </a:lvl6pPr>
            <a:lvl7pPr marL="127629" indent="0">
              <a:buNone/>
              <a:defRPr sz="100"/>
            </a:lvl7pPr>
            <a:lvl8pPr marL="148900" indent="0">
              <a:buNone/>
              <a:defRPr sz="100"/>
            </a:lvl8pPr>
            <a:lvl9pPr marL="170172" indent="0">
              <a:buNone/>
              <a:defRPr sz="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4376D7-CB95-500F-777B-BF38444CF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CA8C6-33C2-4E74-BE51-E58FEBF9D57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86C1FA-3E47-FDFF-22F5-E00A57EF4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AFACD1-FEF1-FD7E-289C-48AA536F2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5C6CC-8C8D-44E7-98F6-05A33F5685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162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E9DA1-8E38-5C44-C2F0-AD705556C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76C59C-F37F-5D03-CFBF-4F9ADAC1B8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1532F-A2EB-750C-21DF-BBD6AD755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CA8C6-33C2-4E74-BE51-E58FEBF9D57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D55A5-7DF0-A13B-48B1-CB567BBA2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A26A0-504C-CD49-CBF4-657FD7611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5C6CC-8C8D-44E7-98F6-05A33F5685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039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F315DA-4A19-B71F-ACEE-2CA4AF20DA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288286" y="115032"/>
            <a:ext cx="388174" cy="18309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8AA1E3-B3CA-DE73-D016-6A339E37EC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3765" y="115032"/>
            <a:ext cx="1142018" cy="18309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64ACE-A323-A08A-EB89-D27E951C5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CA8C6-33C2-4E74-BE51-E58FEBF9D57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A2460-EECA-FD81-CDF0-50FCAED80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1B82E-4C48-F0E8-F3D7-BBEDA97B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5C6CC-8C8D-44E7-98F6-05A33F5685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49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9E79B6-F999-3D2F-33BF-748175E16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766" y="115032"/>
            <a:ext cx="1552694" cy="417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8CE1EC-945C-B122-3131-A69ACCBB4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3766" y="575157"/>
            <a:ext cx="1552694" cy="1370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3514C-35E0-796F-5F58-8E8D7B5931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3766" y="2002546"/>
            <a:ext cx="405051" cy="115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5CA8C6-33C2-4E74-BE51-E58FEBF9D577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00863-0D45-2521-210E-90A7B6B4AA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96325" y="2002546"/>
            <a:ext cx="607576" cy="115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C634A-9BF9-9C63-F63D-A5FF6CDE4E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71410" y="2002546"/>
            <a:ext cx="405051" cy="115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B5C6CC-8C8D-44E7-98F6-05A33F5685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409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2543" rtl="0" eaLnBrk="1" latinLnBrk="0" hangingPunct="1">
        <a:lnSpc>
          <a:spcPct val="90000"/>
        </a:lnSpc>
        <a:spcBef>
          <a:spcPct val="0"/>
        </a:spcBef>
        <a:buNone/>
        <a:defRPr sz="20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636" indent="-10636" algn="l" defTabSz="42543" rtl="0" eaLnBrk="1" latinLnBrk="0" hangingPunct="1">
        <a:lnSpc>
          <a:spcPct val="90000"/>
        </a:lnSpc>
        <a:spcBef>
          <a:spcPts val="47"/>
        </a:spcBef>
        <a:buFont typeface="Arial" panose="020B0604020202020204" pitchFamily="34" charset="0"/>
        <a:buChar char="•"/>
        <a:defRPr sz="130" kern="1200">
          <a:solidFill>
            <a:schemeClr val="tx1"/>
          </a:solidFill>
          <a:latin typeface="+mn-lt"/>
          <a:ea typeface="+mn-ea"/>
          <a:cs typeface="+mn-cs"/>
        </a:defRPr>
      </a:lvl1pPr>
      <a:lvl2pPr marL="31907" indent="-10636" algn="l" defTabSz="42543" rtl="0" eaLnBrk="1" latinLnBrk="0" hangingPunct="1">
        <a:lnSpc>
          <a:spcPct val="90000"/>
        </a:lnSpc>
        <a:spcBef>
          <a:spcPts val="23"/>
        </a:spcBef>
        <a:buFont typeface="Arial" panose="020B0604020202020204" pitchFamily="34" charset="0"/>
        <a:buChar char="•"/>
        <a:defRPr sz="112" kern="1200">
          <a:solidFill>
            <a:schemeClr val="tx1"/>
          </a:solidFill>
          <a:latin typeface="+mn-lt"/>
          <a:ea typeface="+mn-ea"/>
          <a:cs typeface="+mn-cs"/>
        </a:defRPr>
      </a:lvl2pPr>
      <a:lvl3pPr marL="53179" indent="-10636" algn="l" defTabSz="42543" rtl="0" eaLnBrk="1" latinLnBrk="0" hangingPunct="1">
        <a:lnSpc>
          <a:spcPct val="90000"/>
        </a:lnSpc>
        <a:spcBef>
          <a:spcPts val="23"/>
        </a:spcBef>
        <a:buFont typeface="Arial" panose="020B0604020202020204" pitchFamily="34" charset="0"/>
        <a:buChar char="•"/>
        <a:defRPr sz="100" kern="1200">
          <a:solidFill>
            <a:schemeClr val="tx1"/>
          </a:solidFill>
          <a:latin typeface="+mn-lt"/>
          <a:ea typeface="+mn-ea"/>
          <a:cs typeface="+mn-cs"/>
        </a:defRPr>
      </a:lvl3pPr>
      <a:lvl4pPr marL="74450" indent="-10636" algn="l" defTabSz="42543" rtl="0" eaLnBrk="1" latinLnBrk="0" hangingPunct="1">
        <a:lnSpc>
          <a:spcPct val="90000"/>
        </a:lnSpc>
        <a:spcBef>
          <a:spcPts val="23"/>
        </a:spcBef>
        <a:buFont typeface="Arial" panose="020B0604020202020204" pitchFamily="34" charset="0"/>
        <a:buChar char="•"/>
        <a:defRPr sz="100" kern="1200">
          <a:solidFill>
            <a:schemeClr val="tx1"/>
          </a:solidFill>
          <a:latin typeface="+mn-lt"/>
          <a:ea typeface="+mn-ea"/>
          <a:cs typeface="+mn-cs"/>
        </a:defRPr>
      </a:lvl4pPr>
      <a:lvl5pPr marL="95722" indent="-10636" algn="l" defTabSz="42543" rtl="0" eaLnBrk="1" latinLnBrk="0" hangingPunct="1">
        <a:lnSpc>
          <a:spcPct val="90000"/>
        </a:lnSpc>
        <a:spcBef>
          <a:spcPts val="23"/>
        </a:spcBef>
        <a:buFont typeface="Arial" panose="020B0604020202020204" pitchFamily="34" charset="0"/>
        <a:buChar char="•"/>
        <a:defRPr sz="100" kern="1200">
          <a:solidFill>
            <a:schemeClr val="tx1"/>
          </a:solidFill>
          <a:latin typeface="+mn-lt"/>
          <a:ea typeface="+mn-ea"/>
          <a:cs typeface="+mn-cs"/>
        </a:defRPr>
      </a:lvl5pPr>
      <a:lvl6pPr marL="116993" indent="-10636" algn="l" defTabSz="42543" rtl="0" eaLnBrk="1" latinLnBrk="0" hangingPunct="1">
        <a:lnSpc>
          <a:spcPct val="90000"/>
        </a:lnSpc>
        <a:spcBef>
          <a:spcPts val="23"/>
        </a:spcBef>
        <a:buFont typeface="Arial" panose="020B0604020202020204" pitchFamily="34" charset="0"/>
        <a:buChar char="•"/>
        <a:defRPr sz="100" kern="1200">
          <a:solidFill>
            <a:schemeClr val="tx1"/>
          </a:solidFill>
          <a:latin typeface="+mn-lt"/>
          <a:ea typeface="+mn-ea"/>
          <a:cs typeface="+mn-cs"/>
        </a:defRPr>
      </a:lvl6pPr>
      <a:lvl7pPr marL="138265" indent="-10636" algn="l" defTabSz="42543" rtl="0" eaLnBrk="1" latinLnBrk="0" hangingPunct="1">
        <a:lnSpc>
          <a:spcPct val="90000"/>
        </a:lnSpc>
        <a:spcBef>
          <a:spcPts val="23"/>
        </a:spcBef>
        <a:buFont typeface="Arial" panose="020B0604020202020204" pitchFamily="34" charset="0"/>
        <a:buChar char="•"/>
        <a:defRPr sz="100" kern="1200">
          <a:solidFill>
            <a:schemeClr val="tx1"/>
          </a:solidFill>
          <a:latin typeface="+mn-lt"/>
          <a:ea typeface="+mn-ea"/>
          <a:cs typeface="+mn-cs"/>
        </a:defRPr>
      </a:lvl7pPr>
      <a:lvl8pPr marL="159536" indent="-10636" algn="l" defTabSz="42543" rtl="0" eaLnBrk="1" latinLnBrk="0" hangingPunct="1">
        <a:lnSpc>
          <a:spcPct val="90000"/>
        </a:lnSpc>
        <a:spcBef>
          <a:spcPts val="23"/>
        </a:spcBef>
        <a:buFont typeface="Arial" panose="020B0604020202020204" pitchFamily="34" charset="0"/>
        <a:buChar char="•"/>
        <a:defRPr sz="100" kern="1200">
          <a:solidFill>
            <a:schemeClr val="tx1"/>
          </a:solidFill>
          <a:latin typeface="+mn-lt"/>
          <a:ea typeface="+mn-ea"/>
          <a:cs typeface="+mn-cs"/>
        </a:defRPr>
      </a:lvl8pPr>
      <a:lvl9pPr marL="180807" indent="-10636" algn="l" defTabSz="42543" rtl="0" eaLnBrk="1" latinLnBrk="0" hangingPunct="1">
        <a:lnSpc>
          <a:spcPct val="90000"/>
        </a:lnSpc>
        <a:spcBef>
          <a:spcPts val="23"/>
        </a:spcBef>
        <a:buFont typeface="Arial" panose="020B0604020202020204" pitchFamily="34" charset="0"/>
        <a:buChar char="•"/>
        <a:defRPr sz="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2543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1pPr>
      <a:lvl2pPr marL="21271" algn="l" defTabSz="42543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2pPr>
      <a:lvl3pPr marL="42543" algn="l" defTabSz="42543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3pPr>
      <a:lvl4pPr marL="63814" algn="l" defTabSz="42543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4pPr>
      <a:lvl5pPr marL="85086" algn="l" defTabSz="42543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5pPr>
      <a:lvl6pPr marL="106357" algn="l" defTabSz="42543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6pPr>
      <a:lvl7pPr marL="127629" algn="l" defTabSz="42543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7pPr>
      <a:lvl8pPr marL="148900" algn="l" defTabSz="42543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8pPr>
      <a:lvl9pPr marL="170172" algn="l" defTabSz="42543" rtl="0" eaLnBrk="1" latinLnBrk="0" hangingPunct="1">
        <a:defRPr sz="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B9A0DC15-EBEF-F692-03FD-A17C335EDAE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800000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020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Pooya Shirazi</dc:creator>
  <cp:lastModifiedBy>Pooya Shirazi</cp:lastModifiedBy>
  <cp:revision>1</cp:revision>
  <dcterms:created xsi:type="dcterms:W3CDTF">2026-09-18T12:21:30Z</dcterms:created>
  <dcterms:modified xsi:type="dcterms:W3CDTF">2026-09-18T12:21:31Z</dcterms:modified>
</cp:coreProperties>
</file>