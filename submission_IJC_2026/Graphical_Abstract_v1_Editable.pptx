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800225" cy="2160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" userDrawn="1">
          <p15:clr>
            <a:srgbClr val="A4A3A4"/>
          </p15:clr>
        </p15:guide>
        <p15:guide id="2" pos="5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4660"/>
  </p:normalViewPr>
  <p:slideViewPr>
    <p:cSldViewPr snapToGrid="0" showGuides="1">
      <p:cViewPr varScale="1">
        <p:scale>
          <a:sx n="225" d="100"/>
          <a:sy n="225" d="100"/>
        </p:scale>
        <p:origin x="2808" y="130"/>
      </p:cViewPr>
      <p:guideLst>
        <p:guide orient="horz" pos="680"/>
        <p:guide pos="5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D1A5-5CF1-1B5C-8DA9-BEBFC3DBA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029" y="353596"/>
            <a:ext cx="1350169" cy="752205"/>
          </a:xfrm>
        </p:spPr>
        <p:txBody>
          <a:bodyPr anchor="b"/>
          <a:lstStyle>
            <a:lvl1pPr algn="ctr"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FD3ED-0437-B125-D021-68A577EFE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029" y="1134809"/>
            <a:ext cx="1350169" cy="521642"/>
          </a:xfrm>
        </p:spPr>
        <p:txBody>
          <a:bodyPr/>
          <a:lstStyle>
            <a:lvl1pPr marL="0" indent="0" algn="ctr">
              <a:buNone/>
              <a:defRPr sz="112"/>
            </a:lvl1pPr>
            <a:lvl2pPr marL="21271" indent="0" algn="ctr">
              <a:buNone/>
              <a:defRPr sz="100"/>
            </a:lvl2pPr>
            <a:lvl3pPr marL="42543" indent="0" algn="ctr">
              <a:buNone/>
              <a:defRPr sz="100"/>
            </a:lvl3pPr>
            <a:lvl4pPr marL="63814" indent="0" algn="ctr">
              <a:buNone/>
              <a:defRPr sz="100"/>
            </a:lvl4pPr>
            <a:lvl5pPr marL="85086" indent="0" algn="ctr">
              <a:buNone/>
              <a:defRPr sz="100"/>
            </a:lvl5pPr>
            <a:lvl6pPr marL="106357" indent="0" algn="ctr">
              <a:buNone/>
              <a:defRPr sz="100"/>
            </a:lvl6pPr>
            <a:lvl7pPr marL="127629" indent="0" algn="ctr">
              <a:buNone/>
              <a:defRPr sz="100"/>
            </a:lvl7pPr>
            <a:lvl8pPr marL="148900" indent="0" algn="ctr">
              <a:buNone/>
              <a:defRPr sz="100"/>
            </a:lvl8pPr>
            <a:lvl9pPr marL="170172" indent="0" algn="ctr">
              <a:buNone/>
              <a:defRPr sz="1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235EB-8919-A7C4-90E7-46201C36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66E29-5667-5F0C-D9B8-2BB2687B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8EB20-E520-45C2-6432-34E40C0E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3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A4FC5-8AFB-20B4-D4ED-2CD8CE5D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65CC7-957A-FFC3-BDA6-34ED78BE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1CD88-EE1D-9415-7BBC-D460FD2D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F9129-7303-D475-1371-08C4EFD4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6588C-4ED8-B351-B724-C8A26821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88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6ED3-FC59-FC06-9131-8B3F0BC77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28" y="538647"/>
            <a:ext cx="1552694" cy="898744"/>
          </a:xfrm>
        </p:spPr>
        <p:txBody>
          <a:bodyPr anchor="b"/>
          <a:lstStyle>
            <a:lvl1pPr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B8F4A-5F92-369A-ED21-9B766708F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28" y="1445894"/>
            <a:ext cx="1552694" cy="472628"/>
          </a:xfrm>
        </p:spPr>
        <p:txBody>
          <a:bodyPr/>
          <a:lstStyle>
            <a:lvl1pPr marL="0" indent="0">
              <a:buNone/>
              <a:defRPr sz="112">
                <a:solidFill>
                  <a:schemeClr val="tx1">
                    <a:tint val="82000"/>
                  </a:schemeClr>
                </a:solidFill>
              </a:defRPr>
            </a:lvl1pPr>
            <a:lvl2pPr marL="21271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2pPr>
            <a:lvl3pPr marL="4254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3pPr>
            <a:lvl4pPr marL="63814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4pPr>
            <a:lvl5pPr marL="85086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5pPr>
            <a:lvl6pPr marL="10635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6pPr>
            <a:lvl7pPr marL="127629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7pPr>
            <a:lvl8pPr marL="14890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8pPr>
            <a:lvl9pPr marL="170172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F11F4-7A1D-F1FD-48FA-7A7CDCD5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3B10B-4548-2F9B-C4EC-0533FB59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70141-A7FD-6AB7-8EED-35AF7EFD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3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60216-CE3D-C00D-7B49-FEACE62FD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A59A-117A-E010-3FB1-4139F9C1F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765" y="575157"/>
            <a:ext cx="765096" cy="1370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6A8DE-39AA-0289-9C8C-29DEF72F2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1364" y="575157"/>
            <a:ext cx="765096" cy="1370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2F8D5-C67C-342C-70FB-0D7B5E304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5077-553F-F8F0-30B3-4846C2968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EEE03-33DC-45D2-7A1E-9D87727B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4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1EF8-F163-B9CF-E7B8-B74136ED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0" y="115032"/>
            <a:ext cx="1552694" cy="41761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78019-AFA7-7403-9EDF-42499835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001" y="529645"/>
            <a:ext cx="761579" cy="259570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71" indent="0">
              <a:buNone/>
              <a:defRPr sz="100" b="1"/>
            </a:lvl2pPr>
            <a:lvl3pPr marL="42543" indent="0">
              <a:buNone/>
              <a:defRPr sz="100" b="1"/>
            </a:lvl3pPr>
            <a:lvl4pPr marL="63814" indent="0">
              <a:buNone/>
              <a:defRPr sz="100" b="1"/>
            </a:lvl4pPr>
            <a:lvl5pPr marL="85086" indent="0">
              <a:buNone/>
              <a:defRPr sz="100" b="1"/>
            </a:lvl5pPr>
            <a:lvl6pPr marL="106357" indent="0">
              <a:buNone/>
              <a:defRPr sz="100" b="1"/>
            </a:lvl6pPr>
            <a:lvl7pPr marL="127629" indent="0">
              <a:buNone/>
              <a:defRPr sz="100" b="1"/>
            </a:lvl7pPr>
            <a:lvl8pPr marL="148900" indent="0">
              <a:buNone/>
              <a:defRPr sz="100" b="1"/>
            </a:lvl8pPr>
            <a:lvl9pPr marL="170172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BB31A-E942-9716-52F6-BF2AB6B1C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001" y="789215"/>
            <a:ext cx="761579" cy="1160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5469-88DA-A4EC-07C0-28E29D34E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1364" y="529645"/>
            <a:ext cx="765330" cy="259570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71" indent="0">
              <a:buNone/>
              <a:defRPr sz="100" b="1"/>
            </a:lvl2pPr>
            <a:lvl3pPr marL="42543" indent="0">
              <a:buNone/>
              <a:defRPr sz="100" b="1"/>
            </a:lvl3pPr>
            <a:lvl4pPr marL="63814" indent="0">
              <a:buNone/>
              <a:defRPr sz="100" b="1"/>
            </a:lvl4pPr>
            <a:lvl5pPr marL="85086" indent="0">
              <a:buNone/>
              <a:defRPr sz="100" b="1"/>
            </a:lvl5pPr>
            <a:lvl6pPr marL="106357" indent="0">
              <a:buNone/>
              <a:defRPr sz="100" b="1"/>
            </a:lvl6pPr>
            <a:lvl7pPr marL="127629" indent="0">
              <a:buNone/>
              <a:defRPr sz="100" b="1"/>
            </a:lvl7pPr>
            <a:lvl8pPr marL="148900" indent="0">
              <a:buNone/>
              <a:defRPr sz="100" b="1"/>
            </a:lvl8pPr>
            <a:lvl9pPr marL="170172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5781B-E08D-1D12-4BDD-96E36D457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1364" y="789215"/>
            <a:ext cx="765330" cy="1160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33A4B-CBFE-6250-7C58-6AC36E57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23413-22B7-0399-BDF2-8A448247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858241-E648-3169-42F8-2BBFF343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9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79EA-4C6C-7427-3B9F-8834A31B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5E82C-C618-E1A9-5DE1-F92356B9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73CBE-98B4-E804-5D15-D3F5C7056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A3A5D-01D5-7A8E-60E3-C069EC92A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7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0787B-746A-18AE-6CCA-8B1B74CC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C971A-777A-44AF-8D31-A6F9425B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923AF-6781-AAE7-04F2-447109C9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8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7B58-47E3-3936-521C-652D5602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1" y="144039"/>
            <a:ext cx="580619" cy="504137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D7C34-32F2-795A-7CFF-A9A26D43E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30" y="311085"/>
            <a:ext cx="911364" cy="1535418"/>
          </a:xfrm>
        </p:spPr>
        <p:txBody>
          <a:bodyPr/>
          <a:lstStyle>
            <a:lvl1pPr>
              <a:defRPr sz="149"/>
            </a:lvl1pPr>
            <a:lvl2pPr>
              <a:defRPr sz="130"/>
            </a:lvl2pPr>
            <a:lvl3pPr>
              <a:defRPr sz="112"/>
            </a:lvl3pPr>
            <a:lvl4pPr>
              <a:defRPr sz="100"/>
            </a:lvl4pPr>
            <a:lvl5pPr>
              <a:defRPr sz="100"/>
            </a:lvl5pPr>
            <a:lvl6pPr>
              <a:defRPr sz="100"/>
            </a:lvl6pPr>
            <a:lvl7pPr>
              <a:defRPr sz="100"/>
            </a:lvl7pPr>
            <a:lvl8pPr>
              <a:defRPr sz="100"/>
            </a:lvl8pPr>
            <a:lvl9pPr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C19A3-62C0-DE7B-691A-232563006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001" y="648176"/>
            <a:ext cx="580619" cy="1200827"/>
          </a:xfrm>
        </p:spPr>
        <p:txBody>
          <a:bodyPr/>
          <a:lstStyle>
            <a:lvl1pPr marL="0" indent="0">
              <a:buNone/>
              <a:defRPr sz="100"/>
            </a:lvl1pPr>
            <a:lvl2pPr marL="21271" indent="0">
              <a:buNone/>
              <a:defRPr sz="100"/>
            </a:lvl2pPr>
            <a:lvl3pPr marL="42543" indent="0">
              <a:buNone/>
              <a:defRPr sz="100"/>
            </a:lvl3pPr>
            <a:lvl4pPr marL="63814" indent="0">
              <a:buNone/>
              <a:defRPr sz="100"/>
            </a:lvl4pPr>
            <a:lvl5pPr marL="85086" indent="0">
              <a:buNone/>
              <a:defRPr sz="100"/>
            </a:lvl5pPr>
            <a:lvl6pPr marL="106357" indent="0">
              <a:buNone/>
              <a:defRPr sz="100"/>
            </a:lvl6pPr>
            <a:lvl7pPr marL="127629" indent="0">
              <a:buNone/>
              <a:defRPr sz="100"/>
            </a:lvl7pPr>
            <a:lvl8pPr marL="148900" indent="0">
              <a:buNone/>
              <a:defRPr sz="100"/>
            </a:lvl8pPr>
            <a:lvl9pPr marL="170172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7ADA1-6DF7-3D6B-B0D4-96B30D45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05910-D12C-BE12-5A8E-F1C2D708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AC9D7-D615-7B0A-30CD-EE6EFA44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0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2139-149D-F979-AA77-35A3CF4E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1" y="144039"/>
            <a:ext cx="580619" cy="504137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6E05A-D2B6-5E9F-E64D-05EC6A735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5330" y="311085"/>
            <a:ext cx="911364" cy="1535418"/>
          </a:xfrm>
        </p:spPr>
        <p:txBody>
          <a:bodyPr/>
          <a:lstStyle>
            <a:lvl1pPr marL="0" indent="0">
              <a:buNone/>
              <a:defRPr sz="149"/>
            </a:lvl1pPr>
            <a:lvl2pPr marL="21271" indent="0">
              <a:buNone/>
              <a:defRPr sz="130"/>
            </a:lvl2pPr>
            <a:lvl3pPr marL="42543" indent="0">
              <a:buNone/>
              <a:defRPr sz="112"/>
            </a:lvl3pPr>
            <a:lvl4pPr marL="63814" indent="0">
              <a:buNone/>
              <a:defRPr sz="100"/>
            </a:lvl4pPr>
            <a:lvl5pPr marL="85086" indent="0">
              <a:buNone/>
              <a:defRPr sz="100"/>
            </a:lvl5pPr>
            <a:lvl6pPr marL="106357" indent="0">
              <a:buNone/>
              <a:defRPr sz="100"/>
            </a:lvl6pPr>
            <a:lvl7pPr marL="127629" indent="0">
              <a:buNone/>
              <a:defRPr sz="100"/>
            </a:lvl7pPr>
            <a:lvl8pPr marL="148900" indent="0">
              <a:buNone/>
              <a:defRPr sz="100"/>
            </a:lvl8pPr>
            <a:lvl9pPr marL="170172" indent="0">
              <a:buNone/>
              <a:defRPr sz="1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2FE49-B567-A801-6FF5-9EEF7A232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001" y="648176"/>
            <a:ext cx="580619" cy="1200827"/>
          </a:xfrm>
        </p:spPr>
        <p:txBody>
          <a:bodyPr/>
          <a:lstStyle>
            <a:lvl1pPr marL="0" indent="0">
              <a:buNone/>
              <a:defRPr sz="100"/>
            </a:lvl1pPr>
            <a:lvl2pPr marL="21271" indent="0">
              <a:buNone/>
              <a:defRPr sz="100"/>
            </a:lvl2pPr>
            <a:lvl3pPr marL="42543" indent="0">
              <a:buNone/>
              <a:defRPr sz="100"/>
            </a:lvl3pPr>
            <a:lvl4pPr marL="63814" indent="0">
              <a:buNone/>
              <a:defRPr sz="100"/>
            </a:lvl4pPr>
            <a:lvl5pPr marL="85086" indent="0">
              <a:buNone/>
              <a:defRPr sz="100"/>
            </a:lvl5pPr>
            <a:lvl6pPr marL="106357" indent="0">
              <a:buNone/>
              <a:defRPr sz="100"/>
            </a:lvl6pPr>
            <a:lvl7pPr marL="127629" indent="0">
              <a:buNone/>
              <a:defRPr sz="100"/>
            </a:lvl7pPr>
            <a:lvl8pPr marL="148900" indent="0">
              <a:buNone/>
              <a:defRPr sz="100"/>
            </a:lvl8pPr>
            <a:lvl9pPr marL="170172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9D64A-EF8D-52FF-A9C6-287B05C3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FAA8-C87B-656C-A497-5B04B48AD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67041-E52B-4847-9B17-2032153C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1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FCE4-82B3-10BA-5065-04D72583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21720-2D1E-371A-F504-9C1D1F614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88C68-6045-B67B-506A-AB5E586C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87480-6D89-CF58-7E5C-9CAB2721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E71A-A009-2617-0389-ED7275F9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98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F4886-27A7-D669-B69E-990B4BC02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88286" y="115032"/>
            <a:ext cx="388174" cy="18309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AC316-53F9-FF89-BED3-616DBEC61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3765" y="115032"/>
            <a:ext cx="1142018" cy="18309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7A03E-3913-D63B-48F2-A7F3DCAD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85631-070B-1D43-544B-C7F3F2C8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4537-09DB-6657-E126-725FDC54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5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8D664A-A682-30F4-811A-BE89E6D9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6" y="115032"/>
            <a:ext cx="1552694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FE7E5-9A4A-2E14-E042-E4A058A4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766" y="575157"/>
            <a:ext cx="1552694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AC429-686B-AB3B-C3ED-E1AC6BF08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3766" y="2002546"/>
            <a:ext cx="405051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A00A4-9132-409F-A872-0E84E9B1D19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1580A-C40C-76BA-948E-7272C9C6E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325" y="2002546"/>
            <a:ext cx="60757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AAA23-3B4C-9C3A-F40E-1161DCD9D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71410" y="2002546"/>
            <a:ext cx="405051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83AEE-7D55-4412-9124-2C135A5CD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0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543" rtl="0" eaLnBrk="1" latinLnBrk="0" hangingPunct="1">
        <a:lnSpc>
          <a:spcPct val="90000"/>
        </a:lnSpc>
        <a:spcBef>
          <a:spcPct val="0"/>
        </a:spcBef>
        <a:buNone/>
        <a:defRPr sz="2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36" indent="-10636" algn="l" defTabSz="42543" rtl="0" eaLnBrk="1" latinLnBrk="0" hangingPunct="1">
        <a:lnSpc>
          <a:spcPct val="90000"/>
        </a:lnSpc>
        <a:spcBef>
          <a:spcPts val="47"/>
        </a:spcBef>
        <a:buFont typeface="Arial" panose="020B0604020202020204" pitchFamily="34" charset="0"/>
        <a:buChar char="•"/>
        <a:defRPr sz="130" kern="1200">
          <a:solidFill>
            <a:schemeClr val="tx1"/>
          </a:solidFill>
          <a:latin typeface="+mn-lt"/>
          <a:ea typeface="+mn-ea"/>
          <a:cs typeface="+mn-cs"/>
        </a:defRPr>
      </a:lvl1pPr>
      <a:lvl2pPr marL="31907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12" kern="1200">
          <a:solidFill>
            <a:schemeClr val="tx1"/>
          </a:solidFill>
          <a:latin typeface="+mn-lt"/>
          <a:ea typeface="+mn-ea"/>
          <a:cs typeface="+mn-cs"/>
        </a:defRPr>
      </a:lvl2pPr>
      <a:lvl3pPr marL="53179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74450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95722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16993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38265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59536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80807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21271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42543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63814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85086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06357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27629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48900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70172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3B8EC2B-71AA-F8C0-171D-5C02603814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0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2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Pooya Shirazi</dc:creator>
  <cp:lastModifiedBy>Pooya Shirazi</cp:lastModifiedBy>
  <cp:revision>1</cp:revision>
  <dcterms:created xsi:type="dcterms:W3CDTF">2026-09-18T11:50:56Z</dcterms:created>
  <dcterms:modified xsi:type="dcterms:W3CDTF">2026-09-18T11:50:57Z</dcterms:modified>
</cp:coreProperties>
</file>