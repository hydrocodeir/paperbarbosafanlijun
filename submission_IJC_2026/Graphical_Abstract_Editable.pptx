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60588" cy="18002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898" y="91"/>
      </p:cViewPr>
      <p:guideLst>
        <p:guide orient="horz" pos="567"/>
        <p:guide pos="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B54F0-786A-0560-49F3-23199564F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075" y="294620"/>
            <a:ext cx="1620441" cy="626745"/>
          </a:xfrm>
        </p:spPr>
        <p:txBody>
          <a:bodyPr anchor="b"/>
          <a:lstStyle>
            <a:lvl1pPr algn="ctr">
              <a:defRPr sz="27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CCE8F-FD1E-E094-3111-1C454F072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075" y="945535"/>
            <a:ext cx="1620441" cy="434638"/>
          </a:xfrm>
        </p:spPr>
        <p:txBody>
          <a:bodyPr/>
          <a:lstStyle>
            <a:lvl1pPr marL="0" indent="0" algn="ctr">
              <a:buNone/>
              <a:defRPr sz="112"/>
            </a:lvl1pPr>
            <a:lvl2pPr marL="21267" indent="0" algn="ctr">
              <a:buNone/>
              <a:defRPr sz="100"/>
            </a:lvl2pPr>
            <a:lvl3pPr marL="42533" indent="0" algn="ctr">
              <a:buNone/>
              <a:defRPr sz="100"/>
            </a:lvl3pPr>
            <a:lvl4pPr marL="63800" indent="0" algn="ctr">
              <a:buNone/>
              <a:defRPr sz="100"/>
            </a:lvl4pPr>
            <a:lvl5pPr marL="85067" indent="0" algn="ctr">
              <a:buNone/>
              <a:defRPr sz="100"/>
            </a:lvl5pPr>
            <a:lvl6pPr marL="106333" indent="0" algn="ctr">
              <a:buNone/>
              <a:defRPr sz="100"/>
            </a:lvl6pPr>
            <a:lvl7pPr marL="127600" indent="0" algn="ctr">
              <a:buNone/>
              <a:defRPr sz="100"/>
            </a:lvl7pPr>
            <a:lvl8pPr marL="148867" indent="0" algn="ctr">
              <a:buNone/>
              <a:defRPr sz="100"/>
            </a:lvl8pPr>
            <a:lvl9pPr marL="170133" indent="0" algn="ctr">
              <a:buNone/>
              <a:defRPr sz="1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DCBC5-EBA4-6360-A89F-29FDCF65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9A739-1827-459D-DD23-6021E744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6A7E8-B8CF-70FE-65F0-B6DC12A9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7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FAA9-1BFA-D352-F9DE-CE288756D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5DBB3-5990-CA39-668E-C067FFAF2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38931-5809-3740-21DA-37E67A98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97F09-3396-5BA6-CCF6-6A9D7C79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31A80-CEA3-1C17-5F8F-DA7FFF86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5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B6F4-4074-F94F-9E56-1AB54A3C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16" y="448807"/>
            <a:ext cx="1863507" cy="748843"/>
          </a:xfrm>
        </p:spPr>
        <p:txBody>
          <a:bodyPr anchor="b"/>
          <a:lstStyle>
            <a:lvl1pPr>
              <a:defRPr sz="27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9EDBE-7A50-FCEF-3363-7D2F7F3C6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16" y="1204734"/>
            <a:ext cx="1863507" cy="393799"/>
          </a:xfrm>
        </p:spPr>
        <p:txBody>
          <a:bodyPr/>
          <a:lstStyle>
            <a:lvl1pPr marL="0" indent="0">
              <a:buNone/>
              <a:defRPr sz="112">
                <a:solidFill>
                  <a:schemeClr val="tx1">
                    <a:tint val="82000"/>
                  </a:schemeClr>
                </a:solidFill>
              </a:defRPr>
            </a:lvl1pPr>
            <a:lvl2pPr marL="2126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2pPr>
            <a:lvl3pPr marL="4253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3pPr>
            <a:lvl4pPr marL="63800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4pPr>
            <a:lvl5pPr marL="8506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5pPr>
            <a:lvl6pPr marL="10633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6pPr>
            <a:lvl7pPr marL="127600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7pPr>
            <a:lvl8pPr marL="14886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8pPr>
            <a:lvl9pPr marL="17013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85EB5-53CB-1ED6-85B6-A2E2862F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65995-EA1F-DAB3-9C2D-32F6CFDF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10910-C71E-FB04-24A9-91C7291E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4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F2D1B-C74D-72C7-623A-015D4E94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E2EFD-16DA-D4CF-5B3B-E97CFC0EB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540" y="479227"/>
            <a:ext cx="918250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7C7DA-8306-E635-E0F5-498AAB8E4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798" y="479227"/>
            <a:ext cx="918250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972AA-A1B6-24FE-F01D-2C953252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DAD26-DCFE-D672-FAC3-D7AFA20E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F2E89-3444-3D42-8524-5364146D4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6C64-2652-991E-3B5C-B5BFA89A4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3" y="95846"/>
            <a:ext cx="1863507" cy="347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A9FAD-8647-33E6-9032-BD572FD8E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822" y="441305"/>
            <a:ext cx="914030" cy="216277"/>
          </a:xfrm>
        </p:spPr>
        <p:txBody>
          <a:bodyPr anchor="b"/>
          <a:lstStyle>
            <a:lvl1pPr marL="0" indent="0">
              <a:buNone/>
              <a:defRPr sz="112" b="1"/>
            </a:lvl1pPr>
            <a:lvl2pPr marL="21267" indent="0">
              <a:buNone/>
              <a:defRPr sz="100" b="1"/>
            </a:lvl2pPr>
            <a:lvl3pPr marL="42533" indent="0">
              <a:buNone/>
              <a:defRPr sz="100" b="1"/>
            </a:lvl3pPr>
            <a:lvl4pPr marL="63800" indent="0">
              <a:buNone/>
              <a:defRPr sz="100" b="1"/>
            </a:lvl4pPr>
            <a:lvl5pPr marL="85067" indent="0">
              <a:buNone/>
              <a:defRPr sz="100" b="1"/>
            </a:lvl5pPr>
            <a:lvl6pPr marL="106333" indent="0">
              <a:buNone/>
              <a:defRPr sz="100" b="1"/>
            </a:lvl6pPr>
            <a:lvl7pPr marL="127600" indent="0">
              <a:buNone/>
              <a:defRPr sz="100" b="1"/>
            </a:lvl7pPr>
            <a:lvl8pPr marL="148867" indent="0">
              <a:buNone/>
              <a:defRPr sz="100" b="1"/>
            </a:lvl8pPr>
            <a:lvl9pPr marL="170133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3F73D-D222-EF6F-10E3-793D1C7D8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822" y="657582"/>
            <a:ext cx="914030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228A9-FDB1-D1D5-212B-7DE8C4222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799" y="441305"/>
            <a:ext cx="918531" cy="216277"/>
          </a:xfrm>
        </p:spPr>
        <p:txBody>
          <a:bodyPr anchor="b"/>
          <a:lstStyle>
            <a:lvl1pPr marL="0" indent="0">
              <a:buNone/>
              <a:defRPr sz="112" b="1"/>
            </a:lvl1pPr>
            <a:lvl2pPr marL="21267" indent="0">
              <a:buNone/>
              <a:defRPr sz="100" b="1"/>
            </a:lvl2pPr>
            <a:lvl3pPr marL="42533" indent="0">
              <a:buNone/>
              <a:defRPr sz="100" b="1"/>
            </a:lvl3pPr>
            <a:lvl4pPr marL="63800" indent="0">
              <a:buNone/>
              <a:defRPr sz="100" b="1"/>
            </a:lvl4pPr>
            <a:lvl5pPr marL="85067" indent="0">
              <a:buNone/>
              <a:defRPr sz="100" b="1"/>
            </a:lvl5pPr>
            <a:lvl6pPr marL="106333" indent="0">
              <a:buNone/>
              <a:defRPr sz="100" b="1"/>
            </a:lvl6pPr>
            <a:lvl7pPr marL="127600" indent="0">
              <a:buNone/>
              <a:defRPr sz="100" b="1"/>
            </a:lvl7pPr>
            <a:lvl8pPr marL="148867" indent="0">
              <a:buNone/>
              <a:defRPr sz="100" b="1"/>
            </a:lvl8pPr>
            <a:lvl9pPr marL="170133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7B46E1-E3BA-49DC-38D1-1FDDA52CE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799" y="657582"/>
            <a:ext cx="918531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1DB10-F89F-3E92-42E5-5CD3E471D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3C6BD7-EEC8-9374-711D-138A08EF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02F927-BA1B-87E9-8B20-B9887424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76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D26A-2A78-154D-CA29-D4663838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9C961-D6CD-0CD1-EB10-B6FC7837D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B7B2B-C83C-44A6-370D-9778A7226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C9F1C-5265-9C1A-905D-B6A3F1DE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6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0954B-EB30-FED6-A32B-4EEEC27C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0356A-9177-4EA2-A88D-697F89D73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66173-8B5E-F092-3412-F03E73FF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E60A-EF07-7297-76EA-7752E5B9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120015"/>
            <a:ext cx="696846" cy="420053"/>
          </a:xfrm>
        </p:spPr>
        <p:txBody>
          <a:bodyPr anchor="b"/>
          <a:lstStyle>
            <a:lvl1pPr>
              <a:defRPr sz="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C3FBD-3B4A-56D4-954B-C221139DB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531" y="259199"/>
            <a:ext cx="1093798" cy="1279327"/>
          </a:xfrm>
        </p:spPr>
        <p:txBody>
          <a:bodyPr/>
          <a:lstStyle>
            <a:lvl1pPr>
              <a:defRPr sz="149"/>
            </a:lvl1pPr>
            <a:lvl2pPr>
              <a:defRPr sz="130"/>
            </a:lvl2pPr>
            <a:lvl3pPr>
              <a:defRPr sz="112"/>
            </a:lvl3pPr>
            <a:lvl4pPr>
              <a:defRPr sz="100"/>
            </a:lvl4pPr>
            <a:lvl5pPr>
              <a:defRPr sz="100"/>
            </a:lvl5pPr>
            <a:lvl6pPr>
              <a:defRPr sz="100"/>
            </a:lvl6pPr>
            <a:lvl7pPr>
              <a:defRPr sz="100"/>
            </a:lvl7pPr>
            <a:lvl8pPr>
              <a:defRPr sz="100"/>
            </a:lvl8pPr>
            <a:lvl9pPr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CAEB3-D903-5C54-C968-918D80AE1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822" y="540067"/>
            <a:ext cx="696846" cy="1000542"/>
          </a:xfrm>
        </p:spPr>
        <p:txBody>
          <a:bodyPr/>
          <a:lstStyle>
            <a:lvl1pPr marL="0" indent="0">
              <a:buNone/>
              <a:defRPr sz="100"/>
            </a:lvl1pPr>
            <a:lvl2pPr marL="21267" indent="0">
              <a:buNone/>
              <a:defRPr sz="100"/>
            </a:lvl2pPr>
            <a:lvl3pPr marL="42533" indent="0">
              <a:buNone/>
              <a:defRPr sz="100"/>
            </a:lvl3pPr>
            <a:lvl4pPr marL="63800" indent="0">
              <a:buNone/>
              <a:defRPr sz="100"/>
            </a:lvl4pPr>
            <a:lvl5pPr marL="85067" indent="0">
              <a:buNone/>
              <a:defRPr sz="100"/>
            </a:lvl5pPr>
            <a:lvl6pPr marL="106333" indent="0">
              <a:buNone/>
              <a:defRPr sz="100"/>
            </a:lvl6pPr>
            <a:lvl7pPr marL="127600" indent="0">
              <a:buNone/>
              <a:defRPr sz="100"/>
            </a:lvl7pPr>
            <a:lvl8pPr marL="148867" indent="0">
              <a:buNone/>
              <a:defRPr sz="100"/>
            </a:lvl8pPr>
            <a:lvl9pPr marL="170133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FCBB4-8ABA-A93D-9E5B-6CA05D56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AC8A3-1B8D-04B0-3BCA-C13B4C43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D9BEF-ECA9-6629-9C4B-6AB31C30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4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EDC0-EF22-8ACF-6FAE-25C75009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120015"/>
            <a:ext cx="696846" cy="420053"/>
          </a:xfrm>
        </p:spPr>
        <p:txBody>
          <a:bodyPr anchor="b"/>
          <a:lstStyle>
            <a:lvl1pPr>
              <a:defRPr sz="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7A122-5FA4-9F88-BBF7-7790A32D8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531" y="259199"/>
            <a:ext cx="1093798" cy="1279327"/>
          </a:xfrm>
        </p:spPr>
        <p:txBody>
          <a:bodyPr/>
          <a:lstStyle>
            <a:lvl1pPr marL="0" indent="0">
              <a:buNone/>
              <a:defRPr sz="149"/>
            </a:lvl1pPr>
            <a:lvl2pPr marL="21267" indent="0">
              <a:buNone/>
              <a:defRPr sz="130"/>
            </a:lvl2pPr>
            <a:lvl3pPr marL="42533" indent="0">
              <a:buNone/>
              <a:defRPr sz="112"/>
            </a:lvl3pPr>
            <a:lvl4pPr marL="63800" indent="0">
              <a:buNone/>
              <a:defRPr sz="100"/>
            </a:lvl4pPr>
            <a:lvl5pPr marL="85067" indent="0">
              <a:buNone/>
              <a:defRPr sz="100"/>
            </a:lvl5pPr>
            <a:lvl6pPr marL="106333" indent="0">
              <a:buNone/>
              <a:defRPr sz="100"/>
            </a:lvl6pPr>
            <a:lvl7pPr marL="127600" indent="0">
              <a:buNone/>
              <a:defRPr sz="100"/>
            </a:lvl7pPr>
            <a:lvl8pPr marL="148867" indent="0">
              <a:buNone/>
              <a:defRPr sz="100"/>
            </a:lvl8pPr>
            <a:lvl9pPr marL="170133" indent="0">
              <a:buNone/>
              <a:defRPr sz="1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8E9FC-E62D-76D5-AF6D-4E18E06AE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822" y="540067"/>
            <a:ext cx="696846" cy="1000542"/>
          </a:xfrm>
        </p:spPr>
        <p:txBody>
          <a:bodyPr/>
          <a:lstStyle>
            <a:lvl1pPr marL="0" indent="0">
              <a:buNone/>
              <a:defRPr sz="100"/>
            </a:lvl1pPr>
            <a:lvl2pPr marL="21267" indent="0">
              <a:buNone/>
              <a:defRPr sz="100"/>
            </a:lvl2pPr>
            <a:lvl3pPr marL="42533" indent="0">
              <a:buNone/>
              <a:defRPr sz="100"/>
            </a:lvl3pPr>
            <a:lvl4pPr marL="63800" indent="0">
              <a:buNone/>
              <a:defRPr sz="100"/>
            </a:lvl4pPr>
            <a:lvl5pPr marL="85067" indent="0">
              <a:buNone/>
              <a:defRPr sz="100"/>
            </a:lvl5pPr>
            <a:lvl6pPr marL="106333" indent="0">
              <a:buNone/>
              <a:defRPr sz="100"/>
            </a:lvl6pPr>
            <a:lvl7pPr marL="127600" indent="0">
              <a:buNone/>
              <a:defRPr sz="100"/>
            </a:lvl7pPr>
            <a:lvl8pPr marL="148867" indent="0">
              <a:buNone/>
              <a:defRPr sz="100"/>
            </a:lvl8pPr>
            <a:lvl9pPr marL="170133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EBA1C-2485-A39F-F0B0-F3A74D7D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E8F84-4605-DDB8-2F99-68EF3CD0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AA0DD-53ED-8BFB-9A13-DB36BB60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0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6F96-7A89-FAA4-CFE2-46BCC30F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DBEB6-21DD-6A83-8EB8-9649989E4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5765B-2E60-F0EA-0C0E-E4B9E4A5A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9F34B-A5A6-FA9A-3252-8156FFBA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05E45-A758-10CF-04A1-41869190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8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F417A-0D8C-0ED0-4E09-CB8AB6EB2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6172" y="95846"/>
            <a:ext cx="465877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1BDEA-A7D0-1536-3864-31F49B189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541" y="95846"/>
            <a:ext cx="1370623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C574C-CAB8-6924-8718-D0CD6761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A819-97BB-D238-0F59-871296B5B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FE87B-2B61-7694-F5FD-571E7425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1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F42955-078B-7FCC-68D3-582CAF3A5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42" y="95846"/>
            <a:ext cx="1863507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039A4-9675-0ECB-FDEF-FCDE630E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542" y="479227"/>
            <a:ext cx="1863507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8C62F-38FD-F73C-17F6-956C7179E6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541" y="1668542"/>
            <a:ext cx="486132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E1159-CEBB-4684-828D-A7DC5F19D34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109C-5BD9-FA09-7AFD-BC01BF1CA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695" y="1668542"/>
            <a:ext cx="729198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138AF-22B9-3DBD-184C-6313B7D37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915" y="1668542"/>
            <a:ext cx="486132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11E0-FC22-4BEE-8850-6A9C5C00E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2533" rtl="0" eaLnBrk="1" latinLnBrk="0" hangingPunct="1">
        <a:lnSpc>
          <a:spcPct val="90000"/>
        </a:lnSpc>
        <a:spcBef>
          <a:spcPct val="0"/>
        </a:spcBef>
        <a:buNone/>
        <a:defRPr sz="2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33" indent="-10633" algn="l" defTabSz="42533" rtl="0" eaLnBrk="1" latinLnBrk="0" hangingPunct="1">
        <a:lnSpc>
          <a:spcPct val="90000"/>
        </a:lnSpc>
        <a:spcBef>
          <a:spcPts val="46"/>
        </a:spcBef>
        <a:buFont typeface="Arial" panose="020B0604020202020204" pitchFamily="34" charset="0"/>
        <a:buChar char="•"/>
        <a:defRPr sz="130" kern="1200">
          <a:solidFill>
            <a:schemeClr val="tx1"/>
          </a:solidFill>
          <a:latin typeface="+mn-lt"/>
          <a:ea typeface="+mn-ea"/>
          <a:cs typeface="+mn-cs"/>
        </a:defRPr>
      </a:lvl1pPr>
      <a:lvl2pPr marL="31900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12" kern="1200">
          <a:solidFill>
            <a:schemeClr val="tx1"/>
          </a:solidFill>
          <a:latin typeface="+mn-lt"/>
          <a:ea typeface="+mn-ea"/>
          <a:cs typeface="+mn-cs"/>
        </a:defRPr>
      </a:lvl2pPr>
      <a:lvl3pPr marL="53167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74433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95700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116967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138233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159500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80767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21267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42533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63800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85067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106333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127600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148867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70133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465E518-B6E4-4AF3-2056-09A1B8A0485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16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55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Pooya Shirazi</dc:creator>
  <cp:lastModifiedBy>Pooya Shirazi</cp:lastModifiedBy>
  <cp:revision>1</cp:revision>
  <dcterms:created xsi:type="dcterms:W3CDTF">2026-09-18T12:38:12Z</dcterms:created>
  <dcterms:modified xsi:type="dcterms:W3CDTF">2026-09-18T12:38:13Z</dcterms:modified>
</cp:coreProperties>
</file>