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60588" cy="18002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7" d="100"/>
          <a:sy n="147" d="100"/>
        </p:scale>
        <p:origin x="898" y="91"/>
      </p:cViewPr>
      <p:guideLst>
        <p:guide orient="horz" pos="567"/>
        <p:guide pos="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EF50-761B-652D-4491-DD72770AB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75" y="294620"/>
            <a:ext cx="1620441" cy="626745"/>
          </a:xfrm>
        </p:spPr>
        <p:txBody>
          <a:bodyPr anchor="b"/>
          <a:lstStyle>
            <a:lvl1pPr algn="ctr"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54CFF-1D4F-D7B8-72DA-24AB2B3E2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075" y="945535"/>
            <a:ext cx="1620441" cy="434638"/>
          </a:xfrm>
        </p:spPr>
        <p:txBody>
          <a:bodyPr/>
          <a:lstStyle>
            <a:lvl1pPr marL="0" indent="0" algn="ctr">
              <a:buNone/>
              <a:defRPr sz="112"/>
            </a:lvl1pPr>
            <a:lvl2pPr marL="21267" indent="0" algn="ctr">
              <a:buNone/>
              <a:defRPr sz="100"/>
            </a:lvl2pPr>
            <a:lvl3pPr marL="42533" indent="0" algn="ctr">
              <a:buNone/>
              <a:defRPr sz="100"/>
            </a:lvl3pPr>
            <a:lvl4pPr marL="63800" indent="0" algn="ctr">
              <a:buNone/>
              <a:defRPr sz="100"/>
            </a:lvl4pPr>
            <a:lvl5pPr marL="85067" indent="0" algn="ctr">
              <a:buNone/>
              <a:defRPr sz="100"/>
            </a:lvl5pPr>
            <a:lvl6pPr marL="106333" indent="0" algn="ctr">
              <a:buNone/>
              <a:defRPr sz="100"/>
            </a:lvl6pPr>
            <a:lvl7pPr marL="127600" indent="0" algn="ctr">
              <a:buNone/>
              <a:defRPr sz="100"/>
            </a:lvl7pPr>
            <a:lvl8pPr marL="148867" indent="0" algn="ctr">
              <a:buNone/>
              <a:defRPr sz="100"/>
            </a:lvl8pPr>
            <a:lvl9pPr marL="170133" indent="0" algn="ctr">
              <a:buNone/>
              <a:defRPr sz="1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46FB-D288-E123-95D9-BB060ABD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997A-7FBE-9A52-81C2-7B16FFCC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12C2E-03BB-4B24-22B9-B408F6C0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66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C0D0-B75B-F4EE-43A0-1839FFA1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FD02-FF44-22A5-8AC6-0FC6CDAFB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3B82-1AFE-998C-2B51-0B64B429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9005C-E1A2-097A-BE09-222CD47C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D666F-F4DF-98DF-99ED-CA5B8DED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7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1B98-9665-873F-0865-50F2E1EB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16" y="448807"/>
            <a:ext cx="1863507" cy="748843"/>
          </a:xfrm>
        </p:spPr>
        <p:txBody>
          <a:bodyPr anchor="b"/>
          <a:lstStyle>
            <a:lvl1pPr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E8E24-8FEA-3CC8-454B-6F1F45B9D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16" y="1204734"/>
            <a:ext cx="1863507" cy="393799"/>
          </a:xfrm>
        </p:spPr>
        <p:txBody>
          <a:bodyPr/>
          <a:lstStyle>
            <a:lvl1pPr marL="0" indent="0">
              <a:buNone/>
              <a:defRPr sz="112">
                <a:solidFill>
                  <a:schemeClr val="tx1">
                    <a:tint val="82000"/>
                  </a:schemeClr>
                </a:solidFill>
              </a:defRPr>
            </a:lvl1pPr>
            <a:lvl2pPr marL="212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2pPr>
            <a:lvl3pPr marL="4253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3pPr>
            <a:lvl4pPr marL="6380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4pPr>
            <a:lvl5pPr marL="850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5pPr>
            <a:lvl6pPr marL="10633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6pPr>
            <a:lvl7pPr marL="12760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7pPr>
            <a:lvl8pPr marL="14886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8pPr>
            <a:lvl9pPr marL="17013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37A58-0C6D-8A75-94D9-32DA9282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2D3FC-7CA4-AA85-96FA-07DD1A9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7A860-4888-0CBC-6368-43746D8F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3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4F45-B72B-3F8C-0CA3-93CC15AD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6B2D-922D-6896-ECFD-6480DBEFE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40" y="479227"/>
            <a:ext cx="918250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808C5-713F-81CD-77C4-0D705201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798" y="479227"/>
            <a:ext cx="918250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0C345-6EA9-2B36-3C6D-59DA897F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290D5-2D99-15A2-899D-4040E75A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C1EFE-1EED-ABDB-B40E-1551E3B0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3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9A8B-A704-1C95-6C48-B4A7E9400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3" y="95846"/>
            <a:ext cx="1863507" cy="347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BA8BE-A6B2-60DF-D56D-23B9FB1CC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822" y="441305"/>
            <a:ext cx="914030" cy="216277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67" indent="0">
              <a:buNone/>
              <a:defRPr sz="100" b="1"/>
            </a:lvl2pPr>
            <a:lvl3pPr marL="42533" indent="0">
              <a:buNone/>
              <a:defRPr sz="100" b="1"/>
            </a:lvl3pPr>
            <a:lvl4pPr marL="63800" indent="0">
              <a:buNone/>
              <a:defRPr sz="100" b="1"/>
            </a:lvl4pPr>
            <a:lvl5pPr marL="85067" indent="0">
              <a:buNone/>
              <a:defRPr sz="100" b="1"/>
            </a:lvl5pPr>
            <a:lvl6pPr marL="106333" indent="0">
              <a:buNone/>
              <a:defRPr sz="100" b="1"/>
            </a:lvl6pPr>
            <a:lvl7pPr marL="127600" indent="0">
              <a:buNone/>
              <a:defRPr sz="100" b="1"/>
            </a:lvl7pPr>
            <a:lvl8pPr marL="148867" indent="0">
              <a:buNone/>
              <a:defRPr sz="100" b="1"/>
            </a:lvl8pPr>
            <a:lvl9pPr marL="170133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E2765-4037-0AEA-6501-9530CA75B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822" y="657582"/>
            <a:ext cx="914030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EE1BB-31D0-F610-68A7-04EED69CF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799" y="441305"/>
            <a:ext cx="918531" cy="216277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67" indent="0">
              <a:buNone/>
              <a:defRPr sz="100" b="1"/>
            </a:lvl2pPr>
            <a:lvl3pPr marL="42533" indent="0">
              <a:buNone/>
              <a:defRPr sz="100" b="1"/>
            </a:lvl3pPr>
            <a:lvl4pPr marL="63800" indent="0">
              <a:buNone/>
              <a:defRPr sz="100" b="1"/>
            </a:lvl4pPr>
            <a:lvl5pPr marL="85067" indent="0">
              <a:buNone/>
              <a:defRPr sz="100" b="1"/>
            </a:lvl5pPr>
            <a:lvl6pPr marL="106333" indent="0">
              <a:buNone/>
              <a:defRPr sz="100" b="1"/>
            </a:lvl6pPr>
            <a:lvl7pPr marL="127600" indent="0">
              <a:buNone/>
              <a:defRPr sz="100" b="1"/>
            </a:lvl7pPr>
            <a:lvl8pPr marL="148867" indent="0">
              <a:buNone/>
              <a:defRPr sz="100" b="1"/>
            </a:lvl8pPr>
            <a:lvl9pPr marL="170133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54927-559F-970C-67E2-CC69A4335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799" y="657582"/>
            <a:ext cx="918531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8CD3D-0B76-5CFB-FE75-B4EA48EA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7767F-5A08-4462-ED1A-DD264B00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7B498-25F6-2986-40C6-3E035E85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4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3079-A2A6-542E-655F-FA9076E0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B789A-A82A-5240-9ED0-AC529C9B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9DAAA-76F4-1AC6-79B3-91230867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B69AF-F9EE-1688-6774-6CF35F13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21BDF-4DD0-5367-48FE-E0701FE5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884F-0331-8740-E78B-9235A70B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0E34-7B6B-93F0-9129-F99FD032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4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F5E3-05DD-333A-AFC5-6D6B8644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120015"/>
            <a:ext cx="696846" cy="420053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39B9-AC5A-C338-E7C4-0E53AFA0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531" y="259199"/>
            <a:ext cx="1093798" cy="1279327"/>
          </a:xfrm>
        </p:spPr>
        <p:txBody>
          <a:bodyPr/>
          <a:lstStyle>
            <a:lvl1pPr>
              <a:defRPr sz="149"/>
            </a:lvl1pPr>
            <a:lvl2pPr>
              <a:defRPr sz="130"/>
            </a:lvl2pPr>
            <a:lvl3pPr>
              <a:defRPr sz="112"/>
            </a:lvl3pPr>
            <a:lvl4pPr>
              <a:defRPr sz="100"/>
            </a:lvl4pPr>
            <a:lvl5pPr>
              <a:defRPr sz="100"/>
            </a:lvl5pPr>
            <a:lvl6pPr>
              <a:defRPr sz="100"/>
            </a:lvl6pPr>
            <a:lvl7pPr>
              <a:defRPr sz="100"/>
            </a:lvl7pPr>
            <a:lvl8pPr>
              <a:defRPr sz="100"/>
            </a:lvl8pPr>
            <a:lvl9pPr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835EF-C921-AB7D-6E2B-C01D15420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822" y="540067"/>
            <a:ext cx="696846" cy="1000542"/>
          </a:xfrm>
        </p:spPr>
        <p:txBody>
          <a:bodyPr/>
          <a:lstStyle>
            <a:lvl1pPr marL="0" indent="0">
              <a:buNone/>
              <a:defRPr sz="100"/>
            </a:lvl1pPr>
            <a:lvl2pPr marL="21267" indent="0">
              <a:buNone/>
              <a:defRPr sz="100"/>
            </a:lvl2pPr>
            <a:lvl3pPr marL="42533" indent="0">
              <a:buNone/>
              <a:defRPr sz="100"/>
            </a:lvl3pPr>
            <a:lvl4pPr marL="63800" indent="0">
              <a:buNone/>
              <a:defRPr sz="100"/>
            </a:lvl4pPr>
            <a:lvl5pPr marL="85067" indent="0">
              <a:buNone/>
              <a:defRPr sz="100"/>
            </a:lvl5pPr>
            <a:lvl6pPr marL="106333" indent="0">
              <a:buNone/>
              <a:defRPr sz="100"/>
            </a:lvl6pPr>
            <a:lvl7pPr marL="127600" indent="0">
              <a:buNone/>
              <a:defRPr sz="100"/>
            </a:lvl7pPr>
            <a:lvl8pPr marL="148867" indent="0">
              <a:buNone/>
              <a:defRPr sz="100"/>
            </a:lvl8pPr>
            <a:lvl9pPr marL="170133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856EA-EDF4-C6C0-EAED-6DF7A27BD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E20-41D6-C13F-B461-DF564DEB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2DADC-9C2A-607A-D9F2-2DBF22A1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3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BA2F-226D-C7C4-2D7B-0EBC995FB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2" y="120015"/>
            <a:ext cx="696846" cy="420053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22FD6-7659-DCEA-496E-9DD425A3D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531" y="259199"/>
            <a:ext cx="1093798" cy="1279327"/>
          </a:xfrm>
        </p:spPr>
        <p:txBody>
          <a:bodyPr/>
          <a:lstStyle>
            <a:lvl1pPr marL="0" indent="0">
              <a:buNone/>
              <a:defRPr sz="149"/>
            </a:lvl1pPr>
            <a:lvl2pPr marL="21267" indent="0">
              <a:buNone/>
              <a:defRPr sz="130"/>
            </a:lvl2pPr>
            <a:lvl3pPr marL="42533" indent="0">
              <a:buNone/>
              <a:defRPr sz="112"/>
            </a:lvl3pPr>
            <a:lvl4pPr marL="63800" indent="0">
              <a:buNone/>
              <a:defRPr sz="100"/>
            </a:lvl4pPr>
            <a:lvl5pPr marL="85067" indent="0">
              <a:buNone/>
              <a:defRPr sz="100"/>
            </a:lvl5pPr>
            <a:lvl6pPr marL="106333" indent="0">
              <a:buNone/>
              <a:defRPr sz="100"/>
            </a:lvl6pPr>
            <a:lvl7pPr marL="127600" indent="0">
              <a:buNone/>
              <a:defRPr sz="100"/>
            </a:lvl7pPr>
            <a:lvl8pPr marL="148867" indent="0">
              <a:buNone/>
              <a:defRPr sz="100"/>
            </a:lvl8pPr>
            <a:lvl9pPr marL="170133" indent="0">
              <a:buNone/>
              <a:defRPr sz="1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2C969-403C-6F03-F397-1F8E86629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822" y="540067"/>
            <a:ext cx="696846" cy="1000542"/>
          </a:xfrm>
        </p:spPr>
        <p:txBody>
          <a:bodyPr/>
          <a:lstStyle>
            <a:lvl1pPr marL="0" indent="0">
              <a:buNone/>
              <a:defRPr sz="100"/>
            </a:lvl1pPr>
            <a:lvl2pPr marL="21267" indent="0">
              <a:buNone/>
              <a:defRPr sz="100"/>
            </a:lvl2pPr>
            <a:lvl3pPr marL="42533" indent="0">
              <a:buNone/>
              <a:defRPr sz="100"/>
            </a:lvl3pPr>
            <a:lvl4pPr marL="63800" indent="0">
              <a:buNone/>
              <a:defRPr sz="100"/>
            </a:lvl4pPr>
            <a:lvl5pPr marL="85067" indent="0">
              <a:buNone/>
              <a:defRPr sz="100"/>
            </a:lvl5pPr>
            <a:lvl6pPr marL="106333" indent="0">
              <a:buNone/>
              <a:defRPr sz="100"/>
            </a:lvl6pPr>
            <a:lvl7pPr marL="127600" indent="0">
              <a:buNone/>
              <a:defRPr sz="100"/>
            </a:lvl7pPr>
            <a:lvl8pPr marL="148867" indent="0">
              <a:buNone/>
              <a:defRPr sz="100"/>
            </a:lvl8pPr>
            <a:lvl9pPr marL="170133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2554A-7136-1996-E0C0-02456BED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E1451-5748-752B-C02E-1F67BE88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F364A-7B77-28D0-C875-4349E042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3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BEA3-DFA4-C30D-AC5C-1DE3A533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27FFA-63E0-5F8C-5685-009396913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F5CBE-AEE8-FC69-B07B-A3BFD19D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E22BC-F490-062D-FD5F-2D904E31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5D29-7345-B777-E532-8B14C3A6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2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BB2E9-464C-B223-E60F-65817D89E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6172" y="95846"/>
            <a:ext cx="465877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838D3-D805-F9CF-BFBE-EF948BC2A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541" y="95846"/>
            <a:ext cx="1370623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73FF1-A0EA-2C1B-1378-70806FAF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7E72-8B1B-A8B2-1561-E9D44CFB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E5E3C-283D-8D3B-BC3D-3223F0F2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3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5217C-DCE0-9954-3A8D-0FE118D8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42" y="95846"/>
            <a:ext cx="1863507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E30DB-F81F-4343-8E68-06300B21A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542" y="479227"/>
            <a:ext cx="1863507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0E0CC-9B7A-0F56-D7E8-80FBD8C91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541" y="1668542"/>
            <a:ext cx="48613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23EA-0FDD-4B39-B346-92BB959085E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77B68-757D-800D-471F-DF9473A46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695" y="1668542"/>
            <a:ext cx="72919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F1F12-2840-A0D8-76C7-539CE95A4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915" y="1668542"/>
            <a:ext cx="48613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9C470-9FF6-4AE5-A2FC-78C65BED6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533" rtl="0" eaLnBrk="1" latinLnBrk="0" hangingPunct="1">
        <a:lnSpc>
          <a:spcPct val="90000"/>
        </a:lnSpc>
        <a:spcBef>
          <a:spcPct val="0"/>
        </a:spcBef>
        <a:buNone/>
        <a:defRPr sz="2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33" indent="-10633" algn="l" defTabSz="42533" rtl="0" eaLnBrk="1" latinLnBrk="0" hangingPunct="1">
        <a:lnSpc>
          <a:spcPct val="90000"/>
        </a:lnSpc>
        <a:spcBef>
          <a:spcPts val="46"/>
        </a:spcBef>
        <a:buFont typeface="Arial" panose="020B0604020202020204" pitchFamily="34" charset="0"/>
        <a:buChar char="•"/>
        <a:defRPr sz="130" kern="1200">
          <a:solidFill>
            <a:schemeClr val="tx1"/>
          </a:solidFill>
          <a:latin typeface="+mn-lt"/>
          <a:ea typeface="+mn-ea"/>
          <a:cs typeface="+mn-cs"/>
        </a:defRPr>
      </a:lvl1pPr>
      <a:lvl2pPr marL="31900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12" kern="1200">
          <a:solidFill>
            <a:schemeClr val="tx1"/>
          </a:solidFill>
          <a:latin typeface="+mn-lt"/>
          <a:ea typeface="+mn-ea"/>
          <a:cs typeface="+mn-cs"/>
        </a:defRPr>
      </a:lvl2pPr>
      <a:lvl3pPr marL="53167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74433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95700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16967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38233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59500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80767" indent="-10633" algn="l" defTabSz="4253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21267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42533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63800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85067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06333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27600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48867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70133" algn="l" defTabSz="4253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E32D8DF-994C-D2B2-1E46-BFBDF4E853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16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40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Pooya Shirazi</dc:creator>
  <cp:lastModifiedBy>Pooya Shirazi</cp:lastModifiedBy>
  <cp:revision>1</cp:revision>
  <dcterms:created xsi:type="dcterms:W3CDTF">2026-09-18T12:38:13Z</dcterms:created>
  <dcterms:modified xsi:type="dcterms:W3CDTF">2026-09-18T12:38:13Z</dcterms:modified>
</cp:coreProperties>
</file>